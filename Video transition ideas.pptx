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73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30B5-1936-F90F-275B-AF141CB9A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E9FAC-BB7D-05BC-C89A-CD1A9C128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BB00-114E-AA84-FC15-5EC68FB4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96592-E797-16C6-B9F8-98384D74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A1C4-1A16-517E-225C-474A8EA7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9298-2909-44F1-2EDF-D551E42C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572A3-0A9F-9A21-6427-FB4BC213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052AE-1944-689F-3F99-4EEE6FC4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DB59-733C-F0B3-070E-F0B636BB5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62671-F495-44F9-EADF-F4670C94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6EFC-C24D-32E6-1DD7-5D1737AC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93918-A72A-6B16-F06B-251D0D49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D22B5-6E1D-B8C8-18EE-B5D904B6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B7A55-9830-37F1-0F81-03E97605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8071E-36B6-15F0-DE59-800DF09B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FF00-BFA4-1CC3-C04B-43FDC11D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DC72-6A7E-B116-0865-27FAF4E4D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C64C6-B594-073E-14B2-92F77BE66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64915-EE71-F975-8B18-C682ABD9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C996B-919A-DA56-3E9E-86FBE46C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5AFFC-D16D-CF5F-FF08-80931C3D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69E4-2DCC-0A8C-7766-7EA93F28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AEB1D-5176-7C1B-3358-AC1E063C7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5733C-77F8-0534-D6F5-6397802BC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FF4F4-C4AF-EE2F-797B-F97683AF4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9BF71-1A90-64AA-1FA5-B0F93A7FB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E2A17-BD35-BFF4-A43A-BB92FFA1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E22B6-FBC6-553F-5403-83A2FAB9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91D71-F5BD-B7EE-E0A9-7D3F9459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4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E077-A17F-E6BF-9BA7-431F9136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62C3E-8EB1-76F4-CD25-C5AEE477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ADB05-0DC1-7941-88E9-980E315B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226CB-AC56-68C1-AA02-7269B150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1C92E-E225-78E2-B718-6A55A366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53A54-B540-A1B9-F869-07E11E9D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5496B-E52D-660F-A907-053834F8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694F-78D8-044C-BD65-A1B5C7C4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3FCEB-022D-EABB-7A1E-00BE46E0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FF794-0AE0-E63E-8C2B-0044938E2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50E1A-4AEA-7FE0-479A-EE6FA112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34AAF-6D7A-D600-DA50-7CEDB212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7AF93-5D47-B1C2-2B11-89F2FF8A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3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AE09-2007-BC2B-B0AF-E45463C0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35723-E027-367F-E25D-19864DA17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B13F9-635F-2F12-5CC2-363822C5D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3F7C8-EFFC-7A85-4AB9-A7A2C2AE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74E4A-FAAB-99A6-E9A8-59DE6371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E1DC-6059-A414-6E23-C5F074E3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6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C8BD-AC90-FD88-5168-96FC31AB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6E761-B9DA-4086-E2ED-E233B734D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CF17-E504-4F24-7386-E7D464F3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DF197-EC74-A195-078C-8F59270C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9D1D-8371-2EE6-A383-3B48A264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0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A06E2-CF02-39C1-ABAE-FBC91002A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7BA91-86B2-17A4-2B3C-7754006EC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3327B-4EC5-BA45-F208-2324FDC6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6A4A-A3BC-ADD6-95E9-B4B799C9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A6C6F-627C-9FD0-F76A-85BBC55F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7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71BA5-076F-692D-C2C3-F1AC4B5C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741FE-B039-BC48-95AF-F4D74E18A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BA475-6327-A460-AA8F-6278E656C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D75B4-DC96-4633-80F7-D86A2F3D79A7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AFBEF-4D2E-534A-C567-74F5DDF13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C3243-EC9A-2C98-B3E8-BEECA014F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E4175-F329-4CDF-AED7-A5B05663C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7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3404-54B0-EA39-4571-FFD99ABB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/>
              <a:t>Meet Dave, Dave is moving to  Fort Meade, MA with his two daughters and he hopes to send his girls to the best schools in the area.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E6E7BC36-FC5B-EE95-24AE-958A375D05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961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FC5E3C-B5B9-B69E-5DE5-A9EE61AD5CCE}"/>
              </a:ext>
            </a:extLst>
          </p:cNvPr>
          <p:cNvSpPr txBox="1">
            <a:spLocks/>
          </p:cNvSpPr>
          <p:nvPr/>
        </p:nvSpPr>
        <p:spPr>
          <a:xfrm>
            <a:off x="49293" y="6588476"/>
            <a:ext cx="4851360" cy="269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Image generated by Open AI </a:t>
            </a:r>
            <a:r>
              <a:rPr lang="en-US" sz="1200" dirty="0" err="1"/>
              <a:t>Dalle</a:t>
            </a:r>
            <a:r>
              <a:rPr lang="en-US" sz="12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394144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8DE4-428B-A7B9-20A6-5F9CE88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dirty="0"/>
              <a:t>Meet Steve, Steve and his family would love to find a neighborhood that will let them enjoy riding bikes together.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E5E54-C670-FE5A-22AF-FD9ABB7EE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900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99EE2DD-A5E7-06DA-086C-1B53C25082CE}"/>
              </a:ext>
            </a:extLst>
          </p:cNvPr>
          <p:cNvSpPr txBox="1">
            <a:spLocks/>
          </p:cNvSpPr>
          <p:nvPr/>
        </p:nvSpPr>
        <p:spPr>
          <a:xfrm>
            <a:off x="49293" y="0"/>
            <a:ext cx="4851360" cy="269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Image generated by Open AI </a:t>
            </a:r>
            <a:r>
              <a:rPr lang="en-US" sz="1200" dirty="0" err="1"/>
              <a:t>Dalle</a:t>
            </a:r>
            <a:r>
              <a:rPr lang="en-US" sz="12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606268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EB39-BCBE-E8BF-014F-D68A7BCC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Meet Jake, Jake wants to get the most for his housing allowance. Should he buy or rent?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2E6E8C-2000-1FDC-CA85-8063D03D8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" b="6023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0FC018-0AAF-7076-F12D-AFDE972D9017}"/>
              </a:ext>
            </a:extLst>
          </p:cNvPr>
          <p:cNvSpPr txBox="1">
            <a:spLocks/>
          </p:cNvSpPr>
          <p:nvPr/>
        </p:nvSpPr>
        <p:spPr>
          <a:xfrm>
            <a:off x="49293" y="6588476"/>
            <a:ext cx="4851360" cy="269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Image generated by Open AI </a:t>
            </a:r>
            <a:r>
              <a:rPr lang="en-US" sz="1200" dirty="0" err="1"/>
              <a:t>Dalle</a:t>
            </a:r>
            <a:r>
              <a:rPr lang="en-US" sz="12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600004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Meet Dave, Dave is moving to  Fort Meade, MA with his two daughters and he hopes to send his girls to the best schools in the area.</vt:lpstr>
      <vt:lpstr>Meet Steve, Steve and his family would love to find a neighborhood that will let them enjoy riding bikes together. </vt:lpstr>
      <vt:lpstr>Meet Jake, Jake wants to get the most for his housing allowance. Should he buy or rent?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Dave, Dave is moving to  Fort Meade, MA with his two daughters and he hopes to send his girls to the best schools in the area.</dc:title>
  <dc:creator>Austin Mcgahan</dc:creator>
  <cp:lastModifiedBy>Austin Mcgahan</cp:lastModifiedBy>
  <cp:revision>2</cp:revision>
  <dcterms:created xsi:type="dcterms:W3CDTF">2023-02-21T03:42:54Z</dcterms:created>
  <dcterms:modified xsi:type="dcterms:W3CDTF">2023-02-21T03:53:39Z</dcterms:modified>
</cp:coreProperties>
</file>