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8B21FA-AC7D-469A-9DA7-1C10895FB87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015199-77A1-4DB7-8438-06051E3FB8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9E9F8C-042A-49D4-A9AB-2BC4E53718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9A0ADD-39AE-4D6A-9520-7A13AAC6A45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13AF9B-30CD-4ADB-B58C-C1A824CF09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ubTitle"/>
          </p:nvPr>
        </p:nvSpPr>
        <p:spPr>
          <a:xfrm>
            <a:off x="457200" y="68040"/>
            <a:ext cx="8228160" cy="28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224827-58D5-4204-B53F-F56F12D9A0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E64E79-7CC4-4BC8-BCAB-9819F3D6CD0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1FC7B9-932E-46A8-A728-47F1A8A87B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4518BE0-B6FA-43C4-8A25-A7CA2B1EC7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88F0E2-A6D4-460B-A652-C3BC4D276A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B3111C-835B-4F2A-B6E7-73720CE8B8E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9575B04-6178-4F2D-B279-EC03C80A67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160" cy="624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245280"/>
            <a:ext cx="2894040" cy="474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245280"/>
            <a:ext cx="2132280" cy="474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4A0ED9E-6C03-46FB-81A0-8B9F72B8CC16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245280"/>
            <a:ext cx="2132280" cy="4748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8160" cy="45576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1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2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Right Arrow 11"/>
          <p:cNvSpPr/>
          <p:nvPr/>
        </p:nvSpPr>
        <p:spPr>
          <a:xfrm>
            <a:off x="2882160" y="3685680"/>
            <a:ext cx="459360" cy="111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Right Arrow 12"/>
          <p:cNvSpPr/>
          <p:nvPr/>
        </p:nvSpPr>
        <p:spPr>
          <a:xfrm>
            <a:off x="5916240" y="3666240"/>
            <a:ext cx="459360" cy="1112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TextBox 14"/>
          <p:cNvSpPr/>
          <p:nvPr/>
        </p:nvSpPr>
        <p:spPr>
          <a:xfrm>
            <a:off x="403920" y="932760"/>
            <a:ext cx="8488440" cy="11124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Decision support tool to assist with selecting potential housing areas of interest prior to PCS to a new duty station.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Every service member could leverage the dashboard following notification of PCS orders to narrow potential neighborhoods to search for listings.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Success would be generation of 3-4 potential neighborhood areas based on subjective weights of 5 different attributes input by the user.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8" name="TextBox 15"/>
          <p:cNvSpPr/>
          <p:nvPr/>
        </p:nvSpPr>
        <p:spPr>
          <a:xfrm>
            <a:off x="403920" y="2430360"/>
            <a:ext cx="2400120" cy="3301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Housing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2023 BAH rates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HUD Fair market rent (FMR)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Zillow API?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Commute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Walkability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Google Directions API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Schools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Great Schools API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Crime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Crimegrade.org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FBI data center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Recreation</a:t>
            </a:r>
            <a:endParaRPr b="0" lang="en-US" sz="1000" spc="-1" strike="noStrike"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6"/>
          <p:cNvSpPr/>
          <p:nvPr/>
        </p:nvSpPr>
        <p:spPr>
          <a:xfrm>
            <a:off x="3346920" y="2430360"/>
            <a:ext cx="2564640" cy="3301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Inputs: Rank, dependents, duty zip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Compare BAH rate to FMR/utilities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Combine walkability score with predicted commute times from google’s directions API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Generate weighted sum of school ratings by a factor of distance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Reference zip code’s crime grade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Coordination/collaboration conducted via GitHub repository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7"/>
          <p:cNvSpPr/>
          <p:nvPr/>
        </p:nvSpPr>
        <p:spPr>
          <a:xfrm>
            <a:off x="6492240" y="2421720"/>
            <a:ext cx="2400120" cy="3301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Presented via layers on open street map in a dashboard format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Score each location based on user weights of all the computation values to provide a comparative metric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8"/>
          <p:cNvSpPr/>
          <p:nvPr/>
        </p:nvSpPr>
        <p:spPr>
          <a:xfrm>
            <a:off x="193680" y="6051960"/>
            <a:ext cx="8794440" cy="624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  <a:ea typeface="DejaVu Sans"/>
              </a:rPr>
              <a:t>In what area(s) will you explore something new, along (at least) one of these three elements? Git version control, openstreetmap package, panels, folium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2060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2023-02-09T14:20:55Z</dcterms:modified>
  <cp:revision>185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