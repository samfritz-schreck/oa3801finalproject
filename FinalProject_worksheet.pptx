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668334-F88F-4A23-B259-7DEC5E8615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B2B479-2D22-480C-A438-EC0B4C23F2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87B3E6-35C9-43C1-AF08-AE47C656E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B5A970-A22F-499A-844F-DFA9857AB5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1AFA41-A863-48E5-8DB3-5FBCE9DDB3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68040"/>
            <a:ext cx="8227800" cy="28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AAC9F0-C7D7-4E24-8745-5C0D76B758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A648F5-BA44-4048-8E59-541B036268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3E9EC3-DFDE-4763-9D6F-4A1179776E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217A26-D62C-4D73-8173-88560F4037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49EC8B-F18D-470F-9AF1-E79018345C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2ECFD3-8F08-467B-86BD-A486AB1DEA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286121-86D8-4729-9002-5FCDF4426D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68040"/>
            <a:ext cx="8227800" cy="624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3680" cy="47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1920" cy="47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06B289-17A6-40F1-ACFF-ACC33FDB742E}" type="slidenum">
              <a:rPr b="0" lang="en-US" sz="14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152280"/>
            <a:ext cx="8227800" cy="4554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Project Team Members: Chris Bromley, Sam Fritz-Schreck, Austin McGahan, Ryan Shannon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Project Title (tentative): PCS Housing Dashboard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740880" y="2108160"/>
            <a:ext cx="1577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Data Curation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" name="TextBox 5"/>
          <p:cNvSpPr/>
          <p:nvPr/>
        </p:nvSpPr>
        <p:spPr>
          <a:xfrm>
            <a:off x="3835080" y="2122560"/>
            <a:ext cx="1473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Computation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" name="TextBox 6"/>
          <p:cNvSpPr/>
          <p:nvPr/>
        </p:nvSpPr>
        <p:spPr>
          <a:xfrm>
            <a:off x="7293960" y="2122560"/>
            <a:ext cx="923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Results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" name="TextBox 7"/>
          <p:cNvSpPr/>
          <p:nvPr/>
        </p:nvSpPr>
        <p:spPr>
          <a:xfrm>
            <a:off x="3456720" y="625320"/>
            <a:ext cx="2230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Problem Description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Right Arrow 11"/>
          <p:cNvSpPr/>
          <p:nvPr/>
        </p:nvSpPr>
        <p:spPr>
          <a:xfrm>
            <a:off x="2882160" y="3685680"/>
            <a:ext cx="459000" cy="111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be0e3"/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Right Arrow 12"/>
          <p:cNvSpPr/>
          <p:nvPr/>
        </p:nvSpPr>
        <p:spPr>
          <a:xfrm>
            <a:off x="5916240" y="3666240"/>
            <a:ext cx="459000" cy="111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be0e3"/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TextBox 14"/>
          <p:cNvSpPr/>
          <p:nvPr/>
        </p:nvSpPr>
        <p:spPr>
          <a:xfrm>
            <a:off x="403920" y="932760"/>
            <a:ext cx="8488080" cy="1112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Decision support tool to assist with selecting potential housing areas of interest prior to PCS to a new duty station.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Every service member could leverage the dashboard following notification of PCS orders to narrow potential neighborhoods to search for listings.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Success would be generation of 3-4 potential neighborhood areas based on subjective weights of 5 different attributes input by the user.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  <p:sp>
        <p:nvSpPr>
          <p:cNvPr id="48" name="TextBox 15"/>
          <p:cNvSpPr/>
          <p:nvPr/>
        </p:nvSpPr>
        <p:spPr>
          <a:xfrm>
            <a:off x="403920" y="2430360"/>
            <a:ext cx="2399760" cy="3301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Discrete map grid centered on duty location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Housing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2023 BAH rates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HUD Fair market rent (FMR)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Zillow API?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Commute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Walkability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Google Directions API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Schools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Great Schools API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Crime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Crimegrade.org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FBI data center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Recreation</a:t>
            </a:r>
            <a:endParaRPr b="0" lang="en-US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" name="TextBox 16"/>
          <p:cNvSpPr/>
          <p:nvPr/>
        </p:nvSpPr>
        <p:spPr>
          <a:xfrm>
            <a:off x="3346920" y="2430360"/>
            <a:ext cx="2564280" cy="3301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Calculate attribute scores for each grid square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Inputs: Rank, dependents, duty zip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Compare BAH rate to FMR/utilities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Combine walkability score with predicted commute times from google’s directions API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 weighted sum of school ratings by a factor of distance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Reference zip code’s crime grade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Coordination/collaboration conducted via GitHub repository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0" name="TextBox 17"/>
          <p:cNvSpPr/>
          <p:nvPr/>
        </p:nvSpPr>
        <p:spPr>
          <a:xfrm>
            <a:off x="6492240" y="2421720"/>
            <a:ext cx="2399760" cy="3301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Presented on a dashboard with user inputs, map and top 5-10 grids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Top locations will include pop-ups with all individual scores and weighted total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Possible: Be able to click on map to add a point and see metrics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Possible: Leverage housing api to pull listings for top grids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" name="TextBox 18"/>
          <p:cNvSpPr/>
          <p:nvPr/>
        </p:nvSpPr>
        <p:spPr>
          <a:xfrm>
            <a:off x="193680" y="6051960"/>
            <a:ext cx="8794080" cy="62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aa5a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000000"/>
                </a:solidFill>
                <a:latin typeface="Calibri"/>
                <a:ea typeface="DejaVu Sans"/>
              </a:rPr>
              <a:t>In what area(s) will you explore something new, along (at least) one of these three elements? Git version control, openstreetmap package, panels, folium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2067</TotalTime>
  <Application>LibreOffice/7.3.7.2$Linux_X86_64 LibreOffice_project/30$Build-2</Application>
  <AppVersion>15.0000</AppVersion>
  <Words>54</Words>
  <Paragraphs>18</Paragraphs>
  <Company>Naval Postgraduate School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2008-01-04T17:52:10Z</dcterms:created>
  <dc:creator>dlalders</dc:creator>
  <dc:description/>
  <dc:language>en-US</dc:language>
  <cp:lastModifiedBy/>
  <dcterms:modified xsi:type="dcterms:W3CDTF">2023-02-12T06:14:56Z</dcterms:modified>
  <cp:revision>186</cp:revision>
  <dc:subject/>
  <dc:title>Numerical Representation of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</vt:i4>
  </property>
</Properties>
</file>