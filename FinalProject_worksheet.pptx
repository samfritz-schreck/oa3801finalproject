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042013-7C03-4036-9BF4-145F6B4560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7664B6-3E17-410D-B180-71D494D10F8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F167E3-A7C2-4731-B6C0-D21F31F2C9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0B1FBB5-6220-4FE6-897E-4DE9A77B4C4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9A3AB0-AFC5-41FE-898F-F686B99CAC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152280"/>
            <a:ext cx="8228880" cy="211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A564DF-C7B6-4CE9-AC6E-B6488FC557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7F30694-F9A1-4EBB-8CD5-C18E774281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96BC401-2FF9-4E57-B039-41B269582E9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0CD24A-54E9-4841-A762-EACFC0C3BB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3DF6C5F-A0F3-492D-8C1B-BC242CC2A37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3320E0-E353-4910-960D-9D3219C676A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68040"/>
            <a:ext cx="82288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E3F9F19-100F-4EC0-A8EB-ABCE190796C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8880" cy="456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0" rIns="0" tIns="0" bIns="0" anchor="ctr">
            <a:noAutofit/>
          </a:bodyPr>
          <a:p>
            <a:r>
              <a:rPr b="0" lang="en-US" sz="1800" spc="-1" strike="noStrike">
                <a:latin typeface="Arial"/>
              </a:rPr>
              <a:t>Click to edit the title text format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124080" y="6245280"/>
            <a:ext cx="2894760" cy="475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ctr">
              <a:lnSpc>
                <a:spcPct val="100000"/>
              </a:lnSpc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6553080" y="6245280"/>
            <a:ext cx="2133000" cy="475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 algn="r">
              <a:lnSpc>
                <a:spcPct val="100000"/>
              </a:lnSpc>
              <a:buNone/>
              <a:defRPr b="0" lang="en-US" sz="1400" spc="-1" strike="noStrike">
                <a:solidFill>
                  <a:srgbClr val="000000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EDD5E94-431F-4B83-8476-FAF23F7A61F0}" type="slidenum">
              <a:rPr b="0" lang="en-US" sz="1400" spc="-1" strike="noStrike">
                <a:solidFill>
                  <a:srgbClr val="000000"/>
                </a:solidFill>
                <a:latin typeface="Calibri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457200" y="6245280"/>
            <a:ext cx="2133000" cy="47556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0000" rIns="90000" tIns="45000" bIns="4500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152280"/>
            <a:ext cx="8228880" cy="456480"/>
          </a:xfrm>
          <a:prstGeom prst="rect">
            <a:avLst/>
          </a:prstGeom>
          <a:noFill/>
          <a:ln w="9360">
            <a:solidFill>
              <a:srgbClr val="000000"/>
            </a:solidFill>
            <a:miter/>
          </a:ln>
        </p:spPr>
        <p:txBody>
          <a:bodyPr numCol="1" spcCol="0"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Team Members: Chris Bromley, Sam Fritz-Schreck, Austin McGahan, Ryan Shannon</a:t>
            </a:r>
            <a:br>
              <a:rPr sz="1200"/>
            </a:br>
            <a:r>
              <a:rPr b="0" lang="en-US" sz="1200" spc="-1" strike="noStrike">
                <a:solidFill>
                  <a:srgbClr val="000000"/>
                </a:solidFill>
                <a:latin typeface="Calibri"/>
              </a:rPr>
              <a:t>Project Title (tentative): PCS Housing Dashboard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42" name="TextBox 4"/>
          <p:cNvSpPr/>
          <p:nvPr/>
        </p:nvSpPr>
        <p:spPr>
          <a:xfrm>
            <a:off x="740880" y="2108160"/>
            <a:ext cx="157716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Data Curation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3" name="TextBox 5"/>
          <p:cNvSpPr/>
          <p:nvPr/>
        </p:nvSpPr>
        <p:spPr>
          <a:xfrm>
            <a:off x="3835080" y="2122560"/>
            <a:ext cx="147348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Computation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4" name="TextBox 6"/>
          <p:cNvSpPr/>
          <p:nvPr/>
        </p:nvSpPr>
        <p:spPr>
          <a:xfrm>
            <a:off x="7293960" y="2122560"/>
            <a:ext cx="92340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Results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5" name="TextBox 7"/>
          <p:cNvSpPr/>
          <p:nvPr/>
        </p:nvSpPr>
        <p:spPr>
          <a:xfrm>
            <a:off x="3456720" y="625320"/>
            <a:ext cx="22309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0000"/>
                </a:solidFill>
                <a:latin typeface="Calibri"/>
                <a:ea typeface="DejaVu Sans"/>
              </a:rPr>
              <a:t>Problem Description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46" name="Right Arrow 11"/>
          <p:cNvSpPr/>
          <p:nvPr/>
        </p:nvSpPr>
        <p:spPr>
          <a:xfrm>
            <a:off x="2882160" y="3685680"/>
            <a:ext cx="460080" cy="1113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Right Arrow 12"/>
          <p:cNvSpPr/>
          <p:nvPr/>
        </p:nvSpPr>
        <p:spPr>
          <a:xfrm>
            <a:off x="5916240" y="3666240"/>
            <a:ext cx="460080" cy="11131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bbe0e3"/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TextBox 14"/>
          <p:cNvSpPr/>
          <p:nvPr/>
        </p:nvSpPr>
        <p:spPr>
          <a:xfrm>
            <a:off x="403920" y="932760"/>
            <a:ext cx="8489160" cy="11131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Decision support tool to assist with selecting potential housing areas of interest prior to PCS to a new duty station.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Every service member could leverage the dashboard following notification of PCS orders to narrow potential neighborhoods to search for listings.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Success would be generation of 3-4 potential neighborhood areas based on subjective weights of 5 different attributes input by the user.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000" spc="-1" strike="noStrike">
              <a:latin typeface="Arial"/>
            </a:endParaRPr>
          </a:p>
        </p:txBody>
      </p:sp>
      <p:sp>
        <p:nvSpPr>
          <p:cNvPr id="49" name="TextBox 15"/>
          <p:cNvSpPr/>
          <p:nvPr/>
        </p:nvSpPr>
        <p:spPr>
          <a:xfrm>
            <a:off x="403920" y="2430360"/>
            <a:ext cx="2400840" cy="3302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add bullets as necessary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0" name="TextBox 16"/>
          <p:cNvSpPr/>
          <p:nvPr/>
        </p:nvSpPr>
        <p:spPr>
          <a:xfrm>
            <a:off x="3346920" y="2430360"/>
            <a:ext cx="2565360" cy="3302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Coordination/collaboration conducted via GitHub repository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1" name="TextBox 17"/>
          <p:cNvSpPr/>
          <p:nvPr/>
        </p:nvSpPr>
        <p:spPr>
          <a:xfrm>
            <a:off x="6492240" y="2421720"/>
            <a:ext cx="2400840" cy="33022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Presented via layers on open street map in a dashboard format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10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52" name="TextBox 18"/>
          <p:cNvSpPr/>
          <p:nvPr/>
        </p:nvSpPr>
        <p:spPr>
          <a:xfrm>
            <a:off x="193680" y="6051960"/>
            <a:ext cx="8795160" cy="6253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8aa5a7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000000"/>
                </a:solidFill>
                <a:latin typeface="Calibri"/>
                <a:ea typeface="DejaVu Sans"/>
              </a:rPr>
              <a:t>In what area(s) will you explore something new, along (at least) one of these three elements? Git version control, openstreetmap package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2053</TotalTime>
  <Application>LibreOffice/7.3.7.2$Linux_X86_64 LibreOffice_project/30$Build-2</Application>
  <AppVersion>15.0000</AppVersion>
  <Words>54</Words>
  <Paragraphs>18</Paragraphs>
  <Company>Naval Postgraduate School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2008-01-04T17:52:10Z</dcterms:created>
  <dc:creator>dlalders</dc:creator>
  <dc:description/>
  <dc:language>en-US</dc:language>
  <cp:lastModifiedBy/>
  <dcterms:modified xsi:type="dcterms:W3CDTF">2023-01-31T11:31:10Z</dcterms:modified>
  <cp:revision>183</cp:revision>
  <dc:subject/>
  <dc:title>Numerical Representation of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i4>1</vt:i4>
  </property>
</Properties>
</file>