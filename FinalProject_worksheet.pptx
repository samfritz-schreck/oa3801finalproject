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30" r:id="rId2"/>
  </p:sldIdLst>
  <p:sldSz cx="9144000" cy="6858000" type="screen4x3"/>
  <p:notesSz cx="7010400" cy="92360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D6FF"/>
    <a:srgbClr val="FED530"/>
    <a:srgbClr val="000000"/>
    <a:srgbClr val="CC99FF"/>
    <a:srgbClr val="990099"/>
    <a:srgbClr val="DDDDDD"/>
    <a:srgbClr val="FF0000"/>
    <a:srgbClr val="99FF66"/>
    <a:srgbClr val="FFCC99"/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376"/>
    <p:restoredTop sz="94660"/>
  </p:normalViewPr>
  <p:slideViewPr>
    <p:cSldViewPr>
      <p:cViewPr varScale="1">
        <p:scale>
          <a:sx n="124" d="100"/>
          <a:sy n="124" d="100"/>
        </p:scale>
        <p:origin x="6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38405" cy="38405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38475" cy="46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9" y="0"/>
            <a:ext cx="3038475" cy="46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95388" y="692150"/>
            <a:ext cx="4619625" cy="34639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387767"/>
            <a:ext cx="5607050" cy="41559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772378"/>
            <a:ext cx="3038475" cy="46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9" y="8772378"/>
            <a:ext cx="3038475" cy="46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 smtClean="0"/>
            </a:lvl1pPr>
          </a:lstStyle>
          <a:p>
            <a:pPr>
              <a:defRPr/>
            </a:pPr>
            <a:fld id="{DFB3A5DF-24C7-422A-8CB1-A2F898998B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23421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FCA100-FA3D-4C65-83BD-44139E76148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EB3046-6616-4DE3-BA22-69AE4B2CAEB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C42F50-2A78-4B42-BB2A-D5475B26C13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685800"/>
            <a:ext cx="4038600" cy="5440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685800"/>
            <a:ext cx="4038600" cy="5440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BA6B0-6452-4647-833E-BE82970168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D64EA-BB43-42DD-94F4-EBF33BE5E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356D86-EA54-4F35-9649-349951ECA6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9A33DA-9AF0-4B0F-8CD2-90ABA80AA50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BA74CDA-57A4-4C40-B974-650C5377758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B946A5-9AED-47D5-AF3A-8BF6F491CE1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774566-6AA7-48AB-B577-3A42D0FD5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2400"/>
            <a:ext cx="2057400" cy="59737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2400"/>
            <a:ext cx="6019800" cy="59737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C9F752-DBF4-4220-B1DE-76C6C8F209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152400"/>
            <a:ext cx="822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685800"/>
            <a:ext cx="8229600" cy="544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smtClean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smtClean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smtClean="0">
                <a:latin typeface="+mn-lt"/>
              </a:defRPr>
            </a:lvl1pPr>
          </a:lstStyle>
          <a:p>
            <a:pPr>
              <a:defRPr/>
            </a:pPr>
            <a:fld id="{710410A4-305B-4CB1-8818-5FEBD43EC54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Franklin Gothic Medium Cond" pitchFamily="34" charset="0"/>
        </a:defRPr>
      </a:lvl9pPr>
    </p:titleStyle>
    <p:bodyStyle>
      <a:lvl1pPr marL="2286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5715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914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2573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1600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CD3055-9833-0A47-9D29-83EC43BA9EDA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chemeClr val="tx1"/>
            </a:solidFill>
          </a:ln>
        </p:spPr>
        <p:txBody>
          <a:bodyPr/>
          <a:lstStyle/>
          <a:p>
            <a:pPr algn="l"/>
            <a:r>
              <a:rPr lang="en-US" sz="1200" dirty="0"/>
              <a:t>Project Team Members: </a:t>
            </a:r>
            <a:br>
              <a:rPr lang="en-US" sz="1200" dirty="0"/>
            </a:br>
            <a:r>
              <a:rPr lang="en-US" sz="1200" dirty="0"/>
              <a:t>Project Title (tentative):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F5726-D4B3-7D4B-BEE7-A69AFEF52254}"/>
              </a:ext>
            </a:extLst>
          </p:cNvPr>
          <p:cNvSpPr txBox="1"/>
          <p:nvPr/>
        </p:nvSpPr>
        <p:spPr>
          <a:xfrm>
            <a:off x="924063" y="2108127"/>
            <a:ext cx="12111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+mn-lt"/>
              </a:rPr>
              <a:t>Data Curation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31AAA7-4F31-AC4A-8530-A816D1CCED36}"/>
              </a:ext>
            </a:extLst>
          </p:cNvPr>
          <p:cNvSpPr txBox="1"/>
          <p:nvPr/>
        </p:nvSpPr>
        <p:spPr>
          <a:xfrm>
            <a:off x="3991649" y="2122693"/>
            <a:ext cx="11607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+mn-lt"/>
              </a:rPr>
              <a:t>Computation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2B9FB0-166D-4B4C-BBA2-90484D3FCF85}"/>
              </a:ext>
            </a:extLst>
          </p:cNvPr>
          <p:cNvSpPr txBox="1"/>
          <p:nvPr/>
        </p:nvSpPr>
        <p:spPr>
          <a:xfrm>
            <a:off x="7395604" y="2122693"/>
            <a:ext cx="720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+mn-lt"/>
              </a:rPr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633EE4-107B-EF4D-B1E4-D1888C69D104}"/>
              </a:ext>
            </a:extLst>
          </p:cNvPr>
          <p:cNvSpPr txBox="1"/>
          <p:nvPr/>
        </p:nvSpPr>
        <p:spPr>
          <a:xfrm>
            <a:off x="3716479" y="625435"/>
            <a:ext cx="1711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2000" b="1">
                <a:latin typeface="+mn-lt"/>
              </a:defRPr>
            </a:lvl1pPr>
          </a:lstStyle>
          <a:p>
            <a:r>
              <a:rPr lang="en-US" sz="1400" dirty="0"/>
              <a:t>Problem Description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3C7749A8-13C3-1C42-81F1-31DB1129A80B}"/>
              </a:ext>
            </a:extLst>
          </p:cNvPr>
          <p:cNvSpPr/>
          <p:nvPr/>
        </p:nvSpPr>
        <p:spPr>
          <a:xfrm>
            <a:off x="2882180" y="3685501"/>
            <a:ext cx="460860" cy="11137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3580029B-9BE9-1641-ADD3-B52212B01C42}"/>
              </a:ext>
            </a:extLst>
          </p:cNvPr>
          <p:cNvSpPr/>
          <p:nvPr/>
        </p:nvSpPr>
        <p:spPr>
          <a:xfrm>
            <a:off x="5916175" y="3666298"/>
            <a:ext cx="460860" cy="11137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D6A685-D545-8F4D-AC27-2371388F7C52}"/>
              </a:ext>
            </a:extLst>
          </p:cNvPr>
          <p:cNvSpPr txBox="1"/>
          <p:nvPr/>
        </p:nvSpPr>
        <p:spPr>
          <a:xfrm>
            <a:off x="403932" y="932675"/>
            <a:ext cx="8489756" cy="1113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  <a:latin typeface="+mn-lt"/>
              </a:defRPr>
            </a:lvl1pPr>
            <a:lvl2pPr>
              <a:defRPr>
                <a:solidFill>
                  <a:schemeClr val="lt1"/>
                </a:solidFill>
                <a:latin typeface="+mn-lt"/>
              </a:defRPr>
            </a:lvl2pPr>
            <a:lvl3pPr>
              <a:defRPr>
                <a:solidFill>
                  <a:schemeClr val="lt1"/>
                </a:solidFill>
                <a:latin typeface="+mn-lt"/>
              </a:defRPr>
            </a:lvl3pPr>
            <a:lvl4pPr>
              <a:defRPr>
                <a:solidFill>
                  <a:schemeClr val="lt1"/>
                </a:solidFill>
                <a:latin typeface="+mn-lt"/>
              </a:defRPr>
            </a:lvl4pPr>
            <a:lvl5pPr>
              <a:defRPr>
                <a:solidFill>
                  <a:schemeClr val="lt1"/>
                </a:solidFill>
                <a:latin typeface="+mn-lt"/>
              </a:defRPr>
            </a:lvl5pPr>
            <a:lvl6pPr>
              <a:defRPr>
                <a:solidFill>
                  <a:schemeClr val="lt1"/>
                </a:solidFill>
                <a:latin typeface="+mn-lt"/>
              </a:defRPr>
            </a:lvl6pPr>
            <a:lvl7pPr>
              <a:defRPr>
                <a:solidFill>
                  <a:schemeClr val="lt1"/>
                </a:solidFill>
                <a:latin typeface="+mn-lt"/>
              </a:defRPr>
            </a:lvl7pPr>
            <a:lvl8pPr>
              <a:defRPr>
                <a:solidFill>
                  <a:schemeClr val="lt1"/>
                </a:solidFill>
                <a:latin typeface="+mn-lt"/>
              </a:defRPr>
            </a:lvl8pPr>
            <a:lvl9pPr>
              <a:defRPr>
                <a:solidFill>
                  <a:schemeClr val="lt1"/>
                </a:solidFill>
                <a:latin typeface="+mn-lt"/>
              </a:defRPr>
            </a:lvl9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B1884-F54B-894F-B8EA-8E5EE6982352}"/>
              </a:ext>
            </a:extLst>
          </p:cNvPr>
          <p:cNvSpPr txBox="1"/>
          <p:nvPr/>
        </p:nvSpPr>
        <p:spPr>
          <a:xfrm>
            <a:off x="403932" y="2430470"/>
            <a:ext cx="2401438" cy="33028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000">
                <a:latin typeface="+mn-lt"/>
              </a:defRPr>
            </a:lvl1pPr>
            <a:lvl2pPr>
              <a:defRPr>
                <a:solidFill>
                  <a:schemeClr val="lt1"/>
                </a:solidFill>
                <a:latin typeface="+mn-lt"/>
              </a:defRPr>
            </a:lvl2pPr>
            <a:lvl3pPr>
              <a:defRPr>
                <a:solidFill>
                  <a:schemeClr val="lt1"/>
                </a:solidFill>
                <a:latin typeface="+mn-lt"/>
              </a:defRPr>
            </a:lvl3pPr>
            <a:lvl4pPr>
              <a:defRPr>
                <a:solidFill>
                  <a:schemeClr val="lt1"/>
                </a:solidFill>
                <a:latin typeface="+mn-lt"/>
              </a:defRPr>
            </a:lvl4pPr>
            <a:lvl5pPr>
              <a:defRPr>
                <a:solidFill>
                  <a:schemeClr val="lt1"/>
                </a:solidFill>
                <a:latin typeface="+mn-lt"/>
              </a:defRPr>
            </a:lvl5pPr>
            <a:lvl6pPr>
              <a:defRPr>
                <a:solidFill>
                  <a:schemeClr val="lt1"/>
                </a:solidFill>
                <a:latin typeface="+mn-lt"/>
              </a:defRPr>
            </a:lvl6pPr>
            <a:lvl7pPr>
              <a:defRPr>
                <a:solidFill>
                  <a:schemeClr val="lt1"/>
                </a:solidFill>
                <a:latin typeface="+mn-lt"/>
              </a:defRPr>
            </a:lvl7pPr>
            <a:lvl8pPr>
              <a:defRPr>
                <a:solidFill>
                  <a:schemeClr val="lt1"/>
                </a:solidFill>
                <a:latin typeface="+mn-lt"/>
              </a:defRPr>
            </a:lvl8pPr>
            <a:lvl9pPr>
              <a:defRPr>
                <a:solidFill>
                  <a:schemeClr val="lt1"/>
                </a:solidFill>
                <a:latin typeface="+mn-lt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add bullets as necessary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9B523C-6971-024F-BF19-A7B40DEE58AC}"/>
              </a:ext>
            </a:extLst>
          </p:cNvPr>
          <p:cNvSpPr txBox="1"/>
          <p:nvPr/>
        </p:nvSpPr>
        <p:spPr>
          <a:xfrm>
            <a:off x="3347051" y="2430470"/>
            <a:ext cx="2565910" cy="33028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000">
                <a:latin typeface="+mn-lt"/>
              </a:defRPr>
            </a:lvl1pPr>
            <a:lvl2pPr>
              <a:defRPr>
                <a:solidFill>
                  <a:schemeClr val="lt1"/>
                </a:solidFill>
                <a:latin typeface="+mn-lt"/>
              </a:defRPr>
            </a:lvl2pPr>
            <a:lvl3pPr>
              <a:defRPr>
                <a:solidFill>
                  <a:schemeClr val="lt1"/>
                </a:solidFill>
                <a:latin typeface="+mn-lt"/>
              </a:defRPr>
            </a:lvl3pPr>
            <a:lvl4pPr>
              <a:defRPr>
                <a:solidFill>
                  <a:schemeClr val="lt1"/>
                </a:solidFill>
                <a:latin typeface="+mn-lt"/>
              </a:defRPr>
            </a:lvl4pPr>
            <a:lvl5pPr>
              <a:defRPr>
                <a:solidFill>
                  <a:schemeClr val="lt1"/>
                </a:solidFill>
                <a:latin typeface="+mn-lt"/>
              </a:defRPr>
            </a:lvl5pPr>
            <a:lvl6pPr>
              <a:defRPr>
                <a:solidFill>
                  <a:schemeClr val="lt1"/>
                </a:solidFill>
                <a:latin typeface="+mn-lt"/>
              </a:defRPr>
            </a:lvl6pPr>
            <a:lvl7pPr>
              <a:defRPr>
                <a:solidFill>
                  <a:schemeClr val="lt1"/>
                </a:solidFill>
                <a:latin typeface="+mn-lt"/>
              </a:defRPr>
            </a:lvl7pPr>
            <a:lvl8pPr>
              <a:defRPr>
                <a:solidFill>
                  <a:schemeClr val="lt1"/>
                </a:solidFill>
                <a:latin typeface="+mn-lt"/>
              </a:defRPr>
            </a:lvl8pPr>
            <a:lvl9pPr>
              <a:defRPr>
                <a:solidFill>
                  <a:schemeClr val="lt1"/>
                </a:solidFill>
                <a:latin typeface="+mn-lt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414C81-A2D0-A647-8E8D-D775471A6A5C}"/>
              </a:ext>
            </a:extLst>
          </p:cNvPr>
          <p:cNvSpPr txBox="1"/>
          <p:nvPr/>
        </p:nvSpPr>
        <p:spPr>
          <a:xfrm>
            <a:off x="6492250" y="2421768"/>
            <a:ext cx="2401438" cy="33028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000">
                <a:latin typeface="+mn-lt"/>
              </a:defRPr>
            </a:lvl1pPr>
            <a:lvl2pPr>
              <a:defRPr>
                <a:solidFill>
                  <a:schemeClr val="lt1"/>
                </a:solidFill>
                <a:latin typeface="+mn-lt"/>
              </a:defRPr>
            </a:lvl2pPr>
            <a:lvl3pPr>
              <a:defRPr>
                <a:solidFill>
                  <a:schemeClr val="lt1"/>
                </a:solidFill>
                <a:latin typeface="+mn-lt"/>
              </a:defRPr>
            </a:lvl3pPr>
            <a:lvl4pPr>
              <a:defRPr>
                <a:solidFill>
                  <a:schemeClr val="lt1"/>
                </a:solidFill>
                <a:latin typeface="+mn-lt"/>
              </a:defRPr>
            </a:lvl4pPr>
            <a:lvl5pPr>
              <a:defRPr>
                <a:solidFill>
                  <a:schemeClr val="lt1"/>
                </a:solidFill>
                <a:latin typeface="+mn-lt"/>
              </a:defRPr>
            </a:lvl5pPr>
            <a:lvl6pPr>
              <a:defRPr>
                <a:solidFill>
                  <a:schemeClr val="lt1"/>
                </a:solidFill>
                <a:latin typeface="+mn-lt"/>
              </a:defRPr>
            </a:lvl6pPr>
            <a:lvl7pPr>
              <a:defRPr>
                <a:solidFill>
                  <a:schemeClr val="lt1"/>
                </a:solidFill>
                <a:latin typeface="+mn-lt"/>
              </a:defRPr>
            </a:lvl7pPr>
            <a:lvl8pPr>
              <a:defRPr>
                <a:solidFill>
                  <a:schemeClr val="lt1"/>
                </a:solidFill>
                <a:latin typeface="+mn-lt"/>
              </a:defRPr>
            </a:lvl8pPr>
            <a:lvl9pPr>
              <a:defRPr>
                <a:solidFill>
                  <a:schemeClr val="lt1"/>
                </a:solidFill>
                <a:latin typeface="+mn-lt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A925EA-D32D-8143-AE62-AE5A94FD3B08}"/>
              </a:ext>
            </a:extLst>
          </p:cNvPr>
          <p:cNvSpPr txBox="1"/>
          <p:nvPr/>
        </p:nvSpPr>
        <p:spPr>
          <a:xfrm>
            <a:off x="193830" y="6052069"/>
            <a:ext cx="8795762" cy="6261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  <a:latin typeface="+mn-lt"/>
              </a:defRPr>
            </a:lvl1pPr>
            <a:lvl2pPr>
              <a:defRPr>
                <a:solidFill>
                  <a:schemeClr val="lt1"/>
                </a:solidFill>
                <a:latin typeface="+mn-lt"/>
              </a:defRPr>
            </a:lvl2pPr>
            <a:lvl3pPr>
              <a:defRPr>
                <a:solidFill>
                  <a:schemeClr val="lt1"/>
                </a:solidFill>
                <a:latin typeface="+mn-lt"/>
              </a:defRPr>
            </a:lvl3pPr>
            <a:lvl4pPr>
              <a:defRPr>
                <a:solidFill>
                  <a:schemeClr val="lt1"/>
                </a:solidFill>
                <a:latin typeface="+mn-lt"/>
              </a:defRPr>
            </a:lvl4pPr>
            <a:lvl5pPr>
              <a:defRPr>
                <a:solidFill>
                  <a:schemeClr val="lt1"/>
                </a:solidFill>
                <a:latin typeface="+mn-lt"/>
              </a:defRPr>
            </a:lvl5pPr>
            <a:lvl6pPr>
              <a:defRPr>
                <a:solidFill>
                  <a:schemeClr val="lt1"/>
                </a:solidFill>
                <a:latin typeface="+mn-lt"/>
              </a:defRPr>
            </a:lvl6pPr>
            <a:lvl7pPr>
              <a:defRPr>
                <a:solidFill>
                  <a:schemeClr val="lt1"/>
                </a:solidFill>
                <a:latin typeface="+mn-lt"/>
              </a:defRPr>
            </a:lvl7pPr>
            <a:lvl8pPr>
              <a:defRPr>
                <a:solidFill>
                  <a:schemeClr val="lt1"/>
                </a:solidFill>
                <a:latin typeface="+mn-lt"/>
              </a:defRPr>
            </a:lvl8pPr>
            <a:lvl9pPr>
              <a:defRPr>
                <a:solidFill>
                  <a:schemeClr val="lt1"/>
                </a:solidFill>
                <a:latin typeface="+mn-lt"/>
              </a:defRPr>
            </a:lvl9pPr>
          </a:lstStyle>
          <a:p>
            <a:pPr algn="l"/>
            <a:r>
              <a:rPr lang="en-US" sz="1100" i="1" dirty="0">
                <a:solidFill>
                  <a:schemeClr val="tx1"/>
                </a:solidFill>
              </a:rPr>
              <a:t>In what area(s) will you explore something new, along (at least) one of these three elements?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837950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2045</TotalTime>
  <Words>54</Words>
  <Application>Microsoft Macintosh PowerPoint</Application>
  <PresentationFormat>On-screen Show (4:3)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Franklin Gothic Medium Cond</vt:lpstr>
      <vt:lpstr>Default Design</vt:lpstr>
      <vt:lpstr>Project Team Members:  Project Title (tentative):</vt:lpstr>
    </vt:vector>
  </TitlesOfParts>
  <Company>Naval Postgraduate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Numerical Representation of Data</dc:title>
  <dc:creator>dlalders</dc:creator>
  <cp:lastModifiedBy>Schuchard, Ross (LTC)</cp:lastModifiedBy>
  <cp:revision>178</cp:revision>
  <dcterms:created xsi:type="dcterms:W3CDTF">2008-01-04T17:52:10Z</dcterms:created>
  <dcterms:modified xsi:type="dcterms:W3CDTF">2023-01-29T19:20:16Z</dcterms:modified>
</cp:coreProperties>
</file>