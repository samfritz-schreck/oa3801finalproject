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433F3D-2024-4545-ADD3-9F294F984A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F976A1-834F-423B-8483-C1D4D17BB6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1A1832-CBE3-41C4-A5CD-EC4FF42A45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B0AAEBC-359B-4FD2-BF40-CEEA4199052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07B168-D540-45F1-AA86-830DFC3DA1F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68040"/>
            <a:ext cx="8227440" cy="28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166A33-91A3-40FB-8491-603AD90D786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BC5BAB-6461-4401-A9CF-08AFB3E233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D6E38F-D51E-4263-9445-5D89562BC6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56D73B-DF8E-471D-9E0D-31BC9020654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1DBFB8-A898-41BB-8272-2FA7DDBAC3B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E94B3A-E7E4-4C76-8BB7-9BAF59FDF50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63E0D3-B65C-4BB0-8AEF-FF14C2C0801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440" cy="624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245280"/>
            <a:ext cx="2893320" cy="474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245280"/>
            <a:ext cx="2131560" cy="474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F176663-1378-4723-8E7F-41B33EB98F34}" type="slidenum">
              <a:rPr b="0" lang="en-US" sz="1400" spc="-1" strike="noStrike">
                <a:solidFill>
                  <a:srgbClr val="000000"/>
                </a:solidFill>
                <a:latin typeface="Calibri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245280"/>
            <a:ext cx="2131560" cy="474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7440" cy="45504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Team Members: Chris Bromley, Sam Fritz-Schreck, Austin McGahan, Ryan Shannon, Chris Smith</a:t>
            </a:r>
            <a:br>
              <a:rPr sz="1200"/>
            </a:b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Title (tentative): PCS Housing Dashboard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" name="TextBox 4"/>
          <p:cNvSpPr/>
          <p:nvPr/>
        </p:nvSpPr>
        <p:spPr>
          <a:xfrm>
            <a:off x="740880" y="2108160"/>
            <a:ext cx="157716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Data Curation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" name="TextBox 5"/>
          <p:cNvSpPr/>
          <p:nvPr/>
        </p:nvSpPr>
        <p:spPr>
          <a:xfrm>
            <a:off x="3835080" y="2122560"/>
            <a:ext cx="14734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Computation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4" name="TextBox 6"/>
          <p:cNvSpPr/>
          <p:nvPr/>
        </p:nvSpPr>
        <p:spPr>
          <a:xfrm>
            <a:off x="7293960" y="2122560"/>
            <a:ext cx="9234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Results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5" name="TextBox 7"/>
          <p:cNvSpPr/>
          <p:nvPr/>
        </p:nvSpPr>
        <p:spPr>
          <a:xfrm>
            <a:off x="3456720" y="625320"/>
            <a:ext cx="22309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Problem Description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6" name="Right Arrow 11"/>
          <p:cNvSpPr/>
          <p:nvPr/>
        </p:nvSpPr>
        <p:spPr>
          <a:xfrm>
            <a:off x="2882160" y="3685680"/>
            <a:ext cx="458640" cy="1111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7" name="Right Arrow 12"/>
          <p:cNvSpPr/>
          <p:nvPr/>
        </p:nvSpPr>
        <p:spPr>
          <a:xfrm>
            <a:off x="5916240" y="3666240"/>
            <a:ext cx="458640" cy="1111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TextBox 14"/>
          <p:cNvSpPr/>
          <p:nvPr/>
        </p:nvSpPr>
        <p:spPr>
          <a:xfrm>
            <a:off x="403920" y="932760"/>
            <a:ext cx="8487720" cy="1111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Decision support tool to assist with selecting potential housing areas of interest prior to PCS to a new duty station.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Every service member could leverage the dashboard following notification of PCS orders to narrow potential neighborhoods to search for listings.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Success would be generation of 3-4 potential neighborhood areas based on subjective weights of 5 different attributes input by the user.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</p:txBody>
      </p:sp>
      <p:sp>
        <p:nvSpPr>
          <p:cNvPr id="49" name="TextBox 15"/>
          <p:cNvSpPr/>
          <p:nvPr/>
        </p:nvSpPr>
        <p:spPr>
          <a:xfrm>
            <a:off x="403920" y="2430360"/>
            <a:ext cx="2399400" cy="3300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Discrete map grid centered on duty location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Housing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2023 BAH rates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HUD Fair market rent (FMR)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Commute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Walkability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Google Directions API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Schools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Great Schools API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Crime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FBI data center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Recreation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BreweryDB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openstreetmap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0" name="TextBox 16"/>
          <p:cNvSpPr/>
          <p:nvPr/>
        </p:nvSpPr>
        <p:spPr>
          <a:xfrm>
            <a:off x="3346920" y="2430360"/>
            <a:ext cx="2563920" cy="3300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Calculate attribute scores for each grid square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Inputs: Rank, dependents, duty zip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Compare BAH rate to FMR/utilities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Combine walkability score with predicted commute times from google’s directions API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Generate weighted sum of school ratings by a factor of distance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Reference zip code’s crime grade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Number of breweries within x distance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Coordination/collaboration conducted via GitHub repository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1" name="TextBox 17"/>
          <p:cNvSpPr/>
          <p:nvPr/>
        </p:nvSpPr>
        <p:spPr>
          <a:xfrm>
            <a:off x="6492240" y="2421720"/>
            <a:ext cx="2399400" cy="3300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Presented on a dashboard with user inputs, map and top 5-10 locations to search for a potential house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Top locations will include pop-ups with all individual scores and weighted total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Possible: Be able to click on map to add a point and see metrics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Possible: Leverage housing api to pull listings for top grids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" name="TextBox 18"/>
          <p:cNvSpPr/>
          <p:nvPr/>
        </p:nvSpPr>
        <p:spPr>
          <a:xfrm>
            <a:off x="193680" y="6051960"/>
            <a:ext cx="8793720" cy="623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000000"/>
                </a:solidFill>
                <a:latin typeface="Calibri"/>
                <a:ea typeface="DejaVu Sans"/>
              </a:rPr>
              <a:t>In what area(s) will you explore something new, along (at least) one of these three elements? Git version control, openstreetmap package, deeper understanding of panels/folium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2072</TotalTime>
  <Application>LibreOffice/7.3.7.2$Linux_X86_64 LibreOffice_project/30$Build-2</Application>
  <AppVersion>15.0000</AppVersion>
  <Words>54</Words>
  <Paragraphs>18</Paragraphs>
  <Company>Naval Postgraduate School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2008-01-04T17:52:10Z</dcterms:created>
  <dc:creator>dlalders</dc:creator>
  <dc:description/>
  <dc:language>en-US</dc:language>
  <cp:lastModifiedBy/>
  <dcterms:modified xsi:type="dcterms:W3CDTF">2023-02-15T12:12:37Z</dcterms:modified>
  <cp:revision>189</cp:revision>
  <dc:subject/>
  <dc:title>Numerical Representation of Data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</vt:i4>
  </property>
</Properties>
</file>