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351608-A869-428A-A7F7-BD7095E36C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22170B-6D84-44F2-8645-A109E09D3A6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179AD0-F41A-4B66-B407-8A8A7062EB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72C338-9DD3-4E60-9888-5B3C294A26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6193C9A-6950-4AD2-BBB2-0A78B60B64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457200" y="68040"/>
            <a:ext cx="8228520" cy="28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647360-4CD8-41D8-842B-F4B8730DA19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686F6E-EA52-4E34-A901-79776B51D0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4AE741-3551-4C7E-A871-F402774362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09CD6B-24A0-442D-87EA-53A60C0D25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687DBE-1F2A-4606-9613-D8AA13498F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FFADDA-001B-4CAB-9F7B-A907886696E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12ED20-A82F-401F-BD3D-FD50E77E113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520" cy="624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245280"/>
            <a:ext cx="2894400" cy="4752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245280"/>
            <a:ext cx="2132640" cy="4752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9A25C6F-426A-46D3-823E-E9146F967B26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245280"/>
            <a:ext cx="2132640" cy="4752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8520" cy="45612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1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Right Arrow 11"/>
          <p:cNvSpPr/>
          <p:nvPr/>
        </p:nvSpPr>
        <p:spPr>
          <a:xfrm>
            <a:off x="2882160" y="3685680"/>
            <a:ext cx="459720" cy="1112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Right Arrow 12"/>
          <p:cNvSpPr/>
          <p:nvPr/>
        </p:nvSpPr>
        <p:spPr>
          <a:xfrm>
            <a:off x="5916240" y="3666240"/>
            <a:ext cx="459720" cy="11127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TextBox 14"/>
          <p:cNvSpPr/>
          <p:nvPr/>
        </p:nvSpPr>
        <p:spPr>
          <a:xfrm>
            <a:off x="403920" y="932760"/>
            <a:ext cx="8488800" cy="11127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Decision support tool to assist with selecting potential housing areas of interest prior to PCS to a new duty station.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Every service member could leverage the dashboard following notification of PCS orders to narrow potential neighborhoods to search for listings.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Success would be generation of 3-4 potential neighborhood areas based on subjective weights of 5 different attributes input by the user.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8" name="TextBox 15"/>
          <p:cNvSpPr/>
          <p:nvPr/>
        </p:nvSpPr>
        <p:spPr>
          <a:xfrm>
            <a:off x="403920" y="2430360"/>
            <a:ext cx="2400480" cy="3301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Data.gov (.gdb, .xml, .json)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Housing website API?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Brewery database API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Recreation.gov API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6"/>
          <p:cNvSpPr/>
          <p:nvPr/>
        </p:nvSpPr>
        <p:spPr>
          <a:xfrm>
            <a:off x="3346920" y="2430360"/>
            <a:ext cx="2565000" cy="3301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Recommended neighborhood areas displayed on a dashboard with user input fields and sliders for metric weights (low to high importance)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Coordination/collaboration conducted via GitHub repository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7"/>
          <p:cNvSpPr/>
          <p:nvPr/>
        </p:nvSpPr>
        <p:spPr>
          <a:xfrm>
            <a:off x="6492240" y="2421720"/>
            <a:ext cx="2400480" cy="33019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Presented via layers on open street map in a dashboard format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8"/>
          <p:cNvSpPr/>
          <p:nvPr/>
        </p:nvSpPr>
        <p:spPr>
          <a:xfrm>
            <a:off x="193680" y="6051960"/>
            <a:ext cx="8794800" cy="6249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  <a:ea typeface="DejaVu Sans"/>
              </a:rPr>
              <a:t>In what area(s) will you explore something new, along (at least) one of these three elements? Git version control, openstreetmap package, panels, folium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2058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2023-02-06T14:51:39Z</dcterms:modified>
  <cp:revision>184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