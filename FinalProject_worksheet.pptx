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_rels/presentation.xml.rels" ContentType="application/vnd.openxmlformats-package.relationship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_rels/slideLayout12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1.xml.rels" ContentType="application/vnd.openxmlformats-package.relationships+xml"/>
  <Override PartName="/ppt/slideLayouts/slideLayout9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presProps.xml" ContentType="application/vnd.openxmlformats-officedocument.presentationml.presProps+xml"/>
  <Override PartName="/ppt/slides/_rels/slide1.xml.rels" ContentType="application/vnd.openxmlformats-package.relationships+xml"/>
  <Override PartName="/ppt/slides/slide1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</p:sldIdLst>
  <p:sldSz cx="9144000" cy="6858000"/>
  <p:notesSz cx="7772400" cy="100584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7DF484A9-83EF-458A-B9AB-A4B1AD7FAEFE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ceHolder 1"/>
          <p:cNvSpPr>
            <a:spLocks noGrp="1"/>
          </p:cNvSpPr>
          <p:nvPr>
            <p:ph type="title"/>
          </p:nvPr>
        </p:nvSpPr>
        <p:spPr>
          <a:xfrm>
            <a:off x="457200" y="152280"/>
            <a:ext cx="8229240" cy="45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3200" spc="-1" strike="noStrike"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9081E8C9-D5A6-411B-AD2C-F22B14EE8161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457200" y="152280"/>
            <a:ext cx="8229240" cy="45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2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1DA13826-7737-4ED0-A21B-BF2C0ADA4E15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457200" y="152280"/>
            <a:ext cx="8229240" cy="45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2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1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2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99323288-3632-4D34-81A3-6FE5BAF36A45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457200" y="152280"/>
            <a:ext cx="8229240" cy="45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15FAC047-7615-4F48-813C-8B11419228BE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laceHolder 1"/>
          <p:cNvSpPr>
            <a:spLocks noGrp="1"/>
          </p:cNvSpPr>
          <p:nvPr>
            <p:ph type="subTitle"/>
          </p:nvPr>
        </p:nvSpPr>
        <p:spPr>
          <a:xfrm>
            <a:off x="457200" y="152280"/>
            <a:ext cx="8229240" cy="2118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3200" spc="-1" strike="noStrike"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DC8416AF-D8FC-4721-8929-72207E196387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laceHolder 1"/>
          <p:cNvSpPr>
            <a:spLocks noGrp="1"/>
          </p:cNvSpPr>
          <p:nvPr>
            <p:ph type="title"/>
          </p:nvPr>
        </p:nvSpPr>
        <p:spPr>
          <a:xfrm>
            <a:off x="457200" y="152280"/>
            <a:ext cx="8229240" cy="45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2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6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2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7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2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51C0B324-88B4-4435-A27A-F2C4FA7AA20A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PlaceHolder 1"/>
          <p:cNvSpPr>
            <a:spLocks noGrp="1"/>
          </p:cNvSpPr>
          <p:nvPr>
            <p:ph type="title"/>
          </p:nvPr>
        </p:nvSpPr>
        <p:spPr>
          <a:xfrm>
            <a:off x="457200" y="152280"/>
            <a:ext cx="8229240" cy="45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2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0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2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1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2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4875358A-AFDD-4616-B238-DF57F31EF741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laceHolder 1"/>
          <p:cNvSpPr>
            <a:spLocks noGrp="1"/>
          </p:cNvSpPr>
          <p:nvPr>
            <p:ph type="title"/>
          </p:nvPr>
        </p:nvSpPr>
        <p:spPr>
          <a:xfrm>
            <a:off x="457200" y="152280"/>
            <a:ext cx="8229240" cy="45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2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4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2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5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2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027B3C5C-B1D3-4CF4-9323-D11948E993B8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457200" y="152280"/>
            <a:ext cx="8229240" cy="45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2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2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4467E30C-F5FA-461F-97C0-812887B6C8B9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PlaceHolder 1"/>
          <p:cNvSpPr>
            <a:spLocks noGrp="1"/>
          </p:cNvSpPr>
          <p:nvPr>
            <p:ph type="title"/>
          </p:nvPr>
        </p:nvSpPr>
        <p:spPr>
          <a:xfrm>
            <a:off x="457200" y="152280"/>
            <a:ext cx="8229240" cy="45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2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1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2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2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2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3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2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36F5A6C7-C2E3-4790-9A1A-02030C2B4CFA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PlaceHolder 1"/>
          <p:cNvSpPr>
            <a:spLocks noGrp="1"/>
          </p:cNvSpPr>
          <p:nvPr>
            <p:ph type="title"/>
          </p:nvPr>
        </p:nvSpPr>
        <p:spPr>
          <a:xfrm>
            <a:off x="457200" y="152280"/>
            <a:ext cx="8229240" cy="45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2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6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2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7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2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8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2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9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2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40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2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23F86416-EBCD-4ECB-B0FE-4CEB9174A631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457200" y="152280"/>
            <a:ext cx="8229240" cy="456840"/>
          </a:xfrm>
          <a:prstGeom prst="rect">
            <a:avLst/>
          </a:prstGeom>
          <a:noFill/>
          <a:ln w="9360">
            <a:noFill/>
          </a:ln>
        </p:spPr>
        <p:txBody>
          <a:bodyPr numCol="1" spcCol="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0" lang="en-US" sz="3200" spc="-1" strike="noStrike">
                <a:solidFill>
                  <a:srgbClr val="000000"/>
                </a:solidFill>
                <a:latin typeface="Calibri"/>
              </a:rPr>
              <a:t>Click to edit Master title style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dt" idx="1"/>
          </p:nvPr>
        </p:nvSpPr>
        <p:spPr>
          <a:xfrm>
            <a:off x="457200" y="6245280"/>
            <a:ext cx="2133360" cy="475920"/>
          </a:xfrm>
          <a:prstGeom prst="rect">
            <a:avLst/>
          </a:prstGeom>
          <a:noFill/>
          <a:ln w="9360">
            <a:noFill/>
          </a:ln>
        </p:spPr>
        <p:txBody>
          <a:bodyPr numCol="1" spcCol="0" anchor="t">
            <a:noAutofit/>
          </a:bodyPr>
          <a:lstStyle>
            <a:lvl1pPr>
              <a:defRPr b="0" lang="en-US" sz="1400" spc="-1" strike="noStrike">
                <a:latin typeface="Times New Roman"/>
              </a:defRPr>
            </a:lvl1pPr>
          </a:lstStyle>
          <a:p>
            <a:r>
              <a:rPr b="0" lang="en-US" sz="1400" spc="-1" strike="noStrike">
                <a:latin typeface="Times New Roman"/>
              </a:rPr>
              <a:t>&lt;date/time&gt;</a:t>
            </a:r>
            <a:endParaRPr b="0" lang="en-US" sz="1400" spc="-1" strike="noStrike">
              <a:latin typeface="Times New Roman"/>
            </a:endParaRPr>
          </a:p>
        </p:txBody>
      </p:sp>
      <p:sp>
        <p:nvSpPr>
          <p:cNvPr id="2" name="PlaceHolder 3"/>
          <p:cNvSpPr>
            <a:spLocks noGrp="1"/>
          </p:cNvSpPr>
          <p:nvPr>
            <p:ph type="ftr" idx="2"/>
          </p:nvPr>
        </p:nvSpPr>
        <p:spPr>
          <a:xfrm>
            <a:off x="3124080" y="6245280"/>
            <a:ext cx="2895120" cy="475920"/>
          </a:xfrm>
          <a:prstGeom prst="rect">
            <a:avLst/>
          </a:prstGeom>
          <a:noFill/>
          <a:ln w="9360">
            <a:noFill/>
          </a:ln>
        </p:spPr>
        <p:txBody>
          <a:bodyPr numCol="1" spcCol="0" anchor="t">
            <a:noAutofit/>
          </a:bodyPr>
          <a:lstStyle>
            <a:lvl1pPr algn="ctr">
              <a:buNone/>
              <a:defRPr b="0" lang="en-US" sz="1400" spc="-1" strike="noStrike">
                <a:latin typeface="Times New Roman"/>
              </a:defRPr>
            </a:lvl1pPr>
          </a:lstStyle>
          <a:p>
            <a:pPr algn="ctr">
              <a:buNone/>
            </a:pPr>
            <a:r>
              <a:rPr b="0" lang="en-US" sz="1400" spc="-1" strike="noStrike">
                <a:latin typeface="Times New Roman"/>
              </a:rPr>
              <a:t>&lt;footer&gt;</a:t>
            </a:r>
            <a:endParaRPr b="0" lang="en-US" sz="1400" spc="-1" strike="noStrike">
              <a:latin typeface="Times New Roman"/>
            </a:endParaRPr>
          </a:p>
        </p:txBody>
      </p:sp>
      <p:sp>
        <p:nvSpPr>
          <p:cNvPr id="3" name="PlaceHolder 4"/>
          <p:cNvSpPr>
            <a:spLocks noGrp="1"/>
          </p:cNvSpPr>
          <p:nvPr>
            <p:ph type="sldNum" idx="3"/>
          </p:nvPr>
        </p:nvSpPr>
        <p:spPr>
          <a:xfrm>
            <a:off x="6553080" y="6245280"/>
            <a:ext cx="2133360" cy="475920"/>
          </a:xfrm>
          <a:prstGeom prst="rect">
            <a:avLst/>
          </a:prstGeom>
          <a:noFill/>
          <a:ln w="9360">
            <a:noFill/>
          </a:ln>
        </p:spPr>
        <p:txBody>
          <a:bodyPr numCol="1" spcCol="0" anchor="t">
            <a:noAutofit/>
          </a:bodyPr>
          <a:lstStyle>
            <a:lvl1pPr algn="r">
              <a:lnSpc>
                <a:spcPct val="100000"/>
              </a:lnSpc>
              <a:buNone/>
              <a:defRPr b="0" lang="en-US" sz="1400" spc="-1" strike="noStrike">
                <a:solidFill>
                  <a:srgbClr val="000000"/>
                </a:solidFill>
                <a:latin typeface="Calibri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310EDE66-8B5C-43E5-9AF8-DA654A97A206}" type="slidenum">
              <a:rPr b="0" lang="en-US" sz="1400" spc="-1" strike="noStrike">
                <a:solidFill>
                  <a:srgbClr val="000000"/>
                </a:solidFill>
                <a:latin typeface="Calibri"/>
              </a:rPr>
              <a:t>&lt;number&gt;</a:t>
            </a:fld>
            <a:endParaRPr b="0" lang="en-US" sz="1400" spc="-1" strike="noStrike">
              <a:latin typeface="Times New Roman"/>
            </a:endParaRPr>
          </a:p>
        </p:txBody>
      </p:sp>
      <p:sp>
        <p:nvSpPr>
          <p:cNvPr id="4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800" spc="-1" strike="noStrike">
                <a:solidFill>
                  <a:srgbClr val="000000"/>
                </a:solidFill>
                <a:latin typeface="Calibri"/>
              </a:rPr>
              <a:t>Click to edit the outline text format</a:t>
            </a:r>
            <a:endParaRPr b="0" lang="en-US" sz="2800" spc="-1" strike="noStrike">
              <a:solidFill>
                <a:srgbClr val="000000"/>
              </a:solidFill>
              <a:latin typeface="Calibri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400" spc="-1" strike="noStrike">
                <a:solidFill>
                  <a:srgbClr val="000000"/>
                </a:solidFill>
                <a:latin typeface="Calibri"/>
              </a:rPr>
              <a:t>Second Outline Level</a:t>
            </a:r>
            <a:endParaRPr b="0" lang="en-US" sz="2400" spc="-1" strike="noStrike">
              <a:solidFill>
                <a:srgbClr val="000000"/>
              </a:solidFill>
              <a:latin typeface="Calibri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Calibri"/>
              </a:rPr>
              <a:t>Third Outline Level</a:t>
            </a:r>
            <a:endParaRPr b="0" lang="en-US" sz="2000" spc="-1" strike="noStrike">
              <a:solidFill>
                <a:srgbClr val="000000"/>
              </a:solidFill>
              <a:latin typeface="Calibri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Calibri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Calibri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Calibri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Calibri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Calibri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Calibri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Calibri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Calibri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5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PlaceHolder 1"/>
          <p:cNvSpPr>
            <a:spLocks noGrp="1"/>
          </p:cNvSpPr>
          <p:nvPr>
            <p:ph type="title"/>
          </p:nvPr>
        </p:nvSpPr>
        <p:spPr>
          <a:xfrm>
            <a:off x="457200" y="152280"/>
            <a:ext cx="8229240" cy="456840"/>
          </a:xfrm>
          <a:prstGeom prst="rect">
            <a:avLst/>
          </a:prstGeom>
          <a:noFill/>
          <a:ln w="9360">
            <a:solidFill>
              <a:srgbClr val="000000"/>
            </a:solidFill>
            <a:miter/>
          </a:ln>
        </p:spPr>
        <p:txBody>
          <a:bodyPr numCol="1" spcCol="0" anchor="ctr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rgbClr val="000000"/>
                </a:solidFill>
                <a:latin typeface="Calibri"/>
              </a:rPr>
              <a:t>Project Team Members: Chris Bromley, Sam Fritz-Schreck, Austin McGahan, Ryan Shannon</a:t>
            </a:r>
            <a:br>
              <a:rPr sz="1200"/>
            </a:br>
            <a:r>
              <a:rPr b="0" lang="en-US" sz="1200" spc="-1" strike="noStrike">
                <a:solidFill>
                  <a:srgbClr val="000000"/>
                </a:solidFill>
                <a:latin typeface="Calibri"/>
              </a:rPr>
              <a:t>Project Title (tentative): PCS Housing Dashboard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" name="TextBox 4"/>
          <p:cNvSpPr/>
          <p:nvPr/>
        </p:nvSpPr>
        <p:spPr>
          <a:xfrm>
            <a:off x="740880" y="2108160"/>
            <a:ext cx="1577160" cy="302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algn="ctr">
              <a:lnSpc>
                <a:spcPct val="100000"/>
              </a:lnSpc>
              <a:buNone/>
            </a:pPr>
            <a:r>
              <a:rPr b="1" lang="en-US" sz="1400" spc="-1" strike="noStrike">
                <a:solidFill>
                  <a:srgbClr val="000000"/>
                </a:solidFill>
                <a:latin typeface="Calibri"/>
              </a:rPr>
              <a:t>Data Curation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43" name="TextBox 5"/>
          <p:cNvSpPr/>
          <p:nvPr/>
        </p:nvSpPr>
        <p:spPr>
          <a:xfrm>
            <a:off x="3835080" y="2122560"/>
            <a:ext cx="1473480" cy="302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algn="ctr">
              <a:lnSpc>
                <a:spcPct val="100000"/>
              </a:lnSpc>
              <a:buNone/>
            </a:pPr>
            <a:r>
              <a:rPr b="1" lang="en-US" sz="1400" spc="-1" strike="noStrike">
                <a:solidFill>
                  <a:srgbClr val="000000"/>
                </a:solidFill>
                <a:latin typeface="Calibri"/>
              </a:rPr>
              <a:t>Computation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44" name="TextBox 6"/>
          <p:cNvSpPr/>
          <p:nvPr/>
        </p:nvSpPr>
        <p:spPr>
          <a:xfrm>
            <a:off x="7293960" y="2122560"/>
            <a:ext cx="923400" cy="302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algn="ctr">
              <a:lnSpc>
                <a:spcPct val="100000"/>
              </a:lnSpc>
              <a:buNone/>
            </a:pPr>
            <a:r>
              <a:rPr b="1" lang="en-US" sz="1400" spc="-1" strike="noStrike">
                <a:solidFill>
                  <a:srgbClr val="000000"/>
                </a:solidFill>
                <a:latin typeface="Calibri"/>
              </a:rPr>
              <a:t>Results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45" name="TextBox 7"/>
          <p:cNvSpPr/>
          <p:nvPr/>
        </p:nvSpPr>
        <p:spPr>
          <a:xfrm>
            <a:off x="3456720" y="625320"/>
            <a:ext cx="2230920" cy="302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algn="ctr">
              <a:lnSpc>
                <a:spcPct val="100000"/>
              </a:lnSpc>
              <a:buNone/>
            </a:pPr>
            <a:r>
              <a:rPr b="1" lang="en-US" sz="1400" spc="-1" strike="noStrike">
                <a:solidFill>
                  <a:srgbClr val="000000"/>
                </a:solidFill>
                <a:latin typeface="Calibri"/>
              </a:rPr>
              <a:t>Problem Description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46" name="Right Arrow 11"/>
          <p:cNvSpPr/>
          <p:nvPr/>
        </p:nvSpPr>
        <p:spPr>
          <a:xfrm>
            <a:off x="2882160" y="3685680"/>
            <a:ext cx="460440" cy="111348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bbe0e3"/>
          </a:solidFill>
          <a:ln>
            <a:solidFill>
              <a:srgbClr val="8aa5a7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47" name="Right Arrow 12"/>
          <p:cNvSpPr/>
          <p:nvPr/>
        </p:nvSpPr>
        <p:spPr>
          <a:xfrm>
            <a:off x="5916240" y="3666240"/>
            <a:ext cx="460440" cy="111348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bbe0e3"/>
          </a:solidFill>
          <a:ln>
            <a:solidFill>
              <a:srgbClr val="8aa5a7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48" name="TextBox 14"/>
          <p:cNvSpPr/>
          <p:nvPr/>
        </p:nvSpPr>
        <p:spPr>
          <a:xfrm>
            <a:off x="403920" y="932760"/>
            <a:ext cx="8489520" cy="111348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rgbClr val="8aa5a7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t">
            <a:noAutofit/>
          </a:bodyPr>
          <a:p>
            <a:pPr marL="171360" indent="-17136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b="0" lang="en-US" sz="1000" spc="-1" strike="noStrike">
                <a:solidFill>
                  <a:srgbClr val="000000"/>
                </a:solidFill>
                <a:latin typeface="Calibri"/>
              </a:rPr>
              <a:t> </a:t>
            </a:r>
            <a:endParaRPr b="0" lang="en-US" sz="1000" spc="-1" strike="noStrike">
              <a:latin typeface="Arial"/>
            </a:endParaRPr>
          </a:p>
          <a:p>
            <a:pPr marL="171360" indent="-17136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b="0" lang="en-US" sz="1000" spc="-1" strike="noStrike">
                <a:solidFill>
                  <a:srgbClr val="000000"/>
                </a:solidFill>
                <a:latin typeface="Calibri"/>
              </a:rPr>
              <a:t> </a:t>
            </a:r>
            <a:endParaRPr b="0" lang="en-US" sz="1000" spc="-1" strike="noStrike">
              <a:latin typeface="Arial"/>
            </a:endParaRPr>
          </a:p>
          <a:p>
            <a:pPr marL="171360" indent="-17136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b="0" lang="en-US" sz="1000" spc="-1" strike="noStrike">
                <a:solidFill>
                  <a:srgbClr val="000000"/>
                </a:solidFill>
                <a:latin typeface="Calibri"/>
              </a:rPr>
              <a:t> </a:t>
            </a:r>
            <a:endParaRPr b="0" lang="en-US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endParaRPr b="0" lang="en-US" sz="1000" spc="-1" strike="noStrike">
              <a:latin typeface="Arial"/>
            </a:endParaRPr>
          </a:p>
        </p:txBody>
      </p:sp>
      <p:sp>
        <p:nvSpPr>
          <p:cNvPr id="49" name="TextBox 15"/>
          <p:cNvSpPr/>
          <p:nvPr/>
        </p:nvSpPr>
        <p:spPr>
          <a:xfrm>
            <a:off x="403920" y="2430360"/>
            <a:ext cx="2401200" cy="330264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rgbClr val="8aa5a7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t">
            <a:noAutofit/>
          </a:bodyPr>
          <a:p>
            <a:pPr marL="171360" indent="-17136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b="0" lang="en-US" sz="1000" spc="-1" strike="noStrike">
                <a:solidFill>
                  <a:srgbClr val="000000"/>
                </a:solidFill>
                <a:latin typeface="Calibri"/>
              </a:rPr>
              <a:t>add bullets as necessary</a:t>
            </a:r>
            <a:endParaRPr b="0" lang="en-US" sz="1000" spc="-1" strike="noStrike">
              <a:latin typeface="Arial"/>
            </a:endParaRPr>
          </a:p>
          <a:p>
            <a:pPr marL="171360" indent="-17136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b="0" lang="en-US" sz="1000" spc="-1" strike="noStrike">
                <a:solidFill>
                  <a:srgbClr val="000000"/>
                </a:solidFill>
                <a:latin typeface="Calibri"/>
              </a:rPr>
              <a:t> </a:t>
            </a:r>
            <a:endParaRPr b="0" lang="en-US" sz="1000" spc="-1" strike="noStrike">
              <a:latin typeface="Arial"/>
            </a:endParaRPr>
          </a:p>
          <a:p>
            <a:pPr marL="171360" indent="-17136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b="0" lang="en-US" sz="1000" spc="-1" strike="noStrike">
                <a:solidFill>
                  <a:srgbClr val="000000"/>
                </a:solidFill>
                <a:latin typeface="Calibri"/>
              </a:rPr>
              <a:t> </a:t>
            </a:r>
            <a:endParaRPr b="0" lang="en-US" sz="1000" spc="-1" strike="noStrike">
              <a:latin typeface="Arial"/>
            </a:endParaRPr>
          </a:p>
        </p:txBody>
      </p:sp>
      <p:sp>
        <p:nvSpPr>
          <p:cNvPr id="50" name="TextBox 16"/>
          <p:cNvSpPr/>
          <p:nvPr/>
        </p:nvSpPr>
        <p:spPr>
          <a:xfrm>
            <a:off x="3346920" y="2430360"/>
            <a:ext cx="2565720" cy="330264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rgbClr val="8aa5a7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t">
            <a:noAutofit/>
          </a:bodyPr>
          <a:p>
            <a:pPr marL="171360" indent="-17136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b="0" lang="en-US" sz="1000" spc="-1" strike="noStrike">
                <a:solidFill>
                  <a:srgbClr val="000000"/>
                </a:solidFill>
                <a:latin typeface="Calibri"/>
              </a:rPr>
              <a:t> </a:t>
            </a:r>
            <a:endParaRPr b="0" lang="en-US" sz="1000" spc="-1" strike="noStrike">
              <a:latin typeface="Arial"/>
            </a:endParaRPr>
          </a:p>
          <a:p>
            <a:pPr marL="171360" indent="-17136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b="0" lang="en-US" sz="1000" spc="-1" strike="noStrike">
                <a:solidFill>
                  <a:srgbClr val="000000"/>
                </a:solidFill>
                <a:latin typeface="Calibri"/>
              </a:rPr>
              <a:t> </a:t>
            </a:r>
            <a:endParaRPr b="0" lang="en-US" sz="1000" spc="-1" strike="noStrike">
              <a:latin typeface="Arial"/>
            </a:endParaRPr>
          </a:p>
          <a:p>
            <a:pPr marL="171360" indent="-17136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b="0" lang="en-US" sz="1000" spc="-1" strike="noStrike">
                <a:solidFill>
                  <a:srgbClr val="000000"/>
                </a:solidFill>
                <a:latin typeface="Calibri"/>
              </a:rPr>
              <a:t> </a:t>
            </a:r>
            <a:endParaRPr b="0" lang="en-US" sz="1000" spc="-1" strike="noStrike">
              <a:latin typeface="Arial"/>
            </a:endParaRPr>
          </a:p>
        </p:txBody>
      </p:sp>
      <p:sp>
        <p:nvSpPr>
          <p:cNvPr id="51" name="TextBox 17"/>
          <p:cNvSpPr/>
          <p:nvPr/>
        </p:nvSpPr>
        <p:spPr>
          <a:xfrm>
            <a:off x="6492240" y="2421720"/>
            <a:ext cx="2401200" cy="330264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rgbClr val="8aa5a7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t">
            <a:noAutofit/>
          </a:bodyPr>
          <a:p>
            <a:pPr marL="171360" indent="-17136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b="0" lang="en-US" sz="1000" spc="-1" strike="noStrike">
                <a:solidFill>
                  <a:srgbClr val="000000"/>
                </a:solidFill>
                <a:latin typeface="Calibri"/>
              </a:rPr>
              <a:t> </a:t>
            </a:r>
            <a:endParaRPr b="0" lang="en-US" sz="1000" spc="-1" strike="noStrike">
              <a:latin typeface="Arial"/>
            </a:endParaRPr>
          </a:p>
          <a:p>
            <a:pPr marL="171360" indent="-17136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b="0" lang="en-US" sz="1000" spc="-1" strike="noStrike">
                <a:solidFill>
                  <a:srgbClr val="000000"/>
                </a:solidFill>
                <a:latin typeface="Calibri"/>
              </a:rPr>
              <a:t> </a:t>
            </a:r>
            <a:endParaRPr b="0" lang="en-US" sz="1000" spc="-1" strike="noStrike">
              <a:latin typeface="Arial"/>
            </a:endParaRPr>
          </a:p>
          <a:p>
            <a:pPr marL="171360" indent="-17136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b="0" lang="en-US" sz="1000" spc="-1" strike="noStrike">
                <a:solidFill>
                  <a:srgbClr val="000000"/>
                </a:solidFill>
                <a:latin typeface="Calibri"/>
              </a:rPr>
              <a:t> </a:t>
            </a:r>
            <a:endParaRPr b="0" lang="en-US" sz="1000" spc="-1" strike="noStrike">
              <a:latin typeface="Arial"/>
            </a:endParaRPr>
          </a:p>
        </p:txBody>
      </p:sp>
      <p:sp>
        <p:nvSpPr>
          <p:cNvPr id="52" name="TextBox 18"/>
          <p:cNvSpPr/>
          <p:nvPr/>
        </p:nvSpPr>
        <p:spPr>
          <a:xfrm>
            <a:off x="193680" y="6051960"/>
            <a:ext cx="8795520" cy="62568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rgbClr val="8aa5a7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i="1" lang="en-US" sz="1100" spc="-1" strike="noStrike">
                <a:solidFill>
                  <a:srgbClr val="000000"/>
                </a:solidFill>
                <a:latin typeface="Calibri"/>
              </a:rPr>
              <a:t>In what area(s) will you explore something new, along (at least) one of these three elements? Git version control, openstreetmap package</a:t>
            </a:r>
            <a:endParaRPr b="0" lang="en-US" sz="11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endParaRPr b="0" lang="en-US" sz="11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2047</TotalTime>
  <Application>LibreOffice/7.3.7.2$Linux_X86_64 LibreOffice_project/30$Build-2</Application>
  <AppVersion>15.0000</AppVersion>
  <Words>54</Words>
  <Paragraphs>18</Paragraphs>
  <Company>Naval Postgraduate School</Company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2008-01-04T17:52:10Z</dcterms:created>
  <dc:creator>dlalders</dc:creator>
  <dc:description/>
  <dc:language>en-US</dc:language>
  <cp:lastModifiedBy/>
  <dcterms:modified xsi:type="dcterms:W3CDTF">2023-01-31T10:33:36Z</dcterms:modified>
  <cp:revision>180</cp:revision>
  <dc:subject/>
  <dc:title>Numerical Representation of Data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On-screen Show (4:3)</vt:lpwstr>
  </property>
  <property fmtid="{D5CDD505-2E9C-101B-9397-08002B2CF9AE}" pid="3" name="Slides">
    <vt:i4>1</vt:i4>
  </property>
</Properties>
</file>